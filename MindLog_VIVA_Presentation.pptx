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app in one line: MindLog is a private journal that connects mood with productivity. Mention it builds on your CW1 idea and is made with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people use separate apps for journaling, mood and tasks. MindLog unifies them and keeps data private by encrypting it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headline numbers: 8 features, 9 screens, 2 sensors, 1 API, encrypted storage. Say you will demo the main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layers top to bottom. Emphasise Provider for state and SQLCipher for encrypted persistence. Mention the key packages.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LO3 security story. Walk the four steps: passcode → PBKDF2 key → SQLCipher → keystore for biometrics. Stress the passcode is never stored and the app auto-locks.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live. Point out the quote (from the API), the stats, and the weekly mood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creating an entry: pick a mood, attach a photo, save. Show the list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signature feature. Explain how mood and tasks combine into the bar chart and the plain-language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adding and completing a task, then searching entries and filtering by a mood.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Settings → Add sample data to show persistence; mention the two encrypted tables and that the DB file is ciphertext on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biometric via the emulator extended controls if asked; show a photo attach; mention the quote API with offline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running app now and follow these demo steps with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balanced: strengths first, then limitations. This shows critical evaluation, which the rubric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outline realistic next steps, led by encrypted cloud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 Have the GitHub repo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4C6F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2FA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MindLog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Private, Encrypted Journal, Mood Tracker &amp; Task Planner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CW2 Project · 6002CEM Mobile App Development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 Tai Yu  (Individual Submission)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github.com/ChanTaiYu/mindlog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reflection, emotion and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MindLog brings journaling, mood tracking and task planning together, so that patterns between how you feel and what you get done become visible — something separate apps cannot show.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 diary is sensitive, MindLog is private by default: every entry is encrypted on the device and protected by a passcode, with optional biometric unlock.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Flutter &amp; Dart, it extends the concept proposed in Coursework 1 into a complete, working product.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796528" y="152704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6" name="Image 0" descr="C:\Users\chan\Mobile App Development\mindlog\docs\sho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60020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MINDLOG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features across nine screens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713232" cy="713232"/>
          </a:xfrm>
          <a:prstGeom prst="ellipse">
            <a:avLst/>
          </a:prstGeom>
          <a:solidFill>
            <a:srgbClr val="4C6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3794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Passcode + biometric unlock, auto-lock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819656"/>
            <a:ext cx="713232" cy="713232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3794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Diary entries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with photo, date &amp; mood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819656"/>
            <a:ext cx="713232" cy="713232"/>
          </a:xfrm>
          <a:prstGeom prst="ellipse">
            <a:avLst/>
          </a:prstGeom>
          <a:solidFill>
            <a:srgbClr val="F4A93B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83794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82512" y="26517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tracking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30632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mood-trend chart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8864" y="1819656"/>
            <a:ext cx="713232" cy="713232"/>
          </a:xfrm>
          <a:prstGeom prst="ellipse">
            <a:avLst/>
          </a:prstGeom>
          <a:solidFill>
            <a:srgbClr val="4C6FF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183794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98864" y="26517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planner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98864" y="30632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complete, swipe to delete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242816"/>
            <a:ext cx="713232" cy="713232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26110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9808" y="50749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Mood–productivity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5486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mood relates to tasks done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64992" y="402336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4242816"/>
            <a:ext cx="713232" cy="713232"/>
          </a:xfrm>
          <a:prstGeom prst="ellipse">
            <a:avLst/>
          </a:prstGeom>
          <a:solidFill>
            <a:srgbClr val="F4A93B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426110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566160" y="50749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On this day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5486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by mood; anniversaries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81344" y="402336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4242816"/>
            <a:ext cx="713232" cy="713232"/>
          </a:xfrm>
          <a:prstGeom prst="ellipse">
            <a:avLst/>
          </a:prstGeom>
          <a:solidFill>
            <a:srgbClr val="4C6FFF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26110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382512" y="50749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reminder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82512" y="5486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local notification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997696" y="4023360"/>
            <a:ext cx="267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98864" y="4242816"/>
            <a:ext cx="713232" cy="713232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98864" y="4261104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198864" y="50749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of the day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98864" y="5486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REST API + fallback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110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– Screens &amp; Widgets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3, 9 screens, fl_chart, bottom-nav shell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2FA39A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0083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– Provider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Diary, Task &amp; Settings change-notifiers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51960"/>
            <a:ext cx="411480" cy="411480"/>
          </a:xfrm>
          <a:prstGeom prst="ellipse">
            <a:avLst/>
          </a:prstGeom>
          <a:solidFill>
            <a:srgbClr val="F4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1056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480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Database · Notifications · Quotes · Crypto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52029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storage – SQLCipher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577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SQLite + Android Keystore secrets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066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packages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06640" y="22402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— state management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sqflite_sqlcipher — encrypted DB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flutter_secure_storage + crypto (PBKDF2)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local_auth — biometric sensor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image_picker — camera / gallery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flutter_local_notifications + timezone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quotes API · fl_chart — charts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(LO3)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policy: private by default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Passcode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sets a passcode on first launch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182880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6FFF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PBKDF2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Stretched to a 256-bit key with a random salt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1032" y="182880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6FFF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SQLCipher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key encrypts the database (AES-256 at rest)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05672" y="1828800"/>
            <a:ext cx="228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6FF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Keystore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8116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unlock releases a key copy from the keystore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passcode is never stored directly; the whole app sits behind an auth gate and re-locks when backgrounded.</a:t>
            </a:r>
            <a:endParaRPr lang="en-US" sz="1500" dirty="0"/>
          </a:p>
        </p:txBody>
      </p:sp>
      <p:pic>
        <p:nvPicPr>
          <p:cNvPr id="28" name="Image 0" descr="C:\Users\chan\Mobile App Development\mindlog\docs\shot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4160520"/>
            <a:ext cx="1033272" cy="2286000"/>
          </a:xfrm>
          <a:prstGeom prst="rect">
            <a:avLst/>
          </a:prstGeom>
        </p:spPr>
      </p:pic>
      <p:pic>
        <p:nvPicPr>
          <p:cNvPr id="29" name="Image 1" descr="C:\Users\chan\Mobile App Development\mindlog\docs\shot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160520"/>
            <a:ext cx="103327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527048"/>
            <a:ext cx="2244852" cy="4809744"/>
          </a:xfrm>
          <a:prstGeom prst="roundRect">
            <a:avLst>
              <a:gd name="adj" fmla="val 4888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5" name="Image 0" descr="C:\Users\chan\Mobile App Development\mindlog\docs\sho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098548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2103120"/>
            <a:ext cx="7498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greeting and the quote of the day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stats: number of entries and open tasks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mood-trend line chart (fl_chart)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 this day” resurfaces entries from past years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write a new entry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Diary entries &amp; mood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57276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5" name="Image 0" descr="C:\Users\chan\Mobile App Development\mindlog\docs\shot_di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0574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18688" y="157276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7" name="Image 1" descr="C:\Users\chan\Mobile App Development\mindlog\docs\shot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2057400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21031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 and delete entries (full CRUD)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body, date and a five-point mood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photo from camera or gallery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listed newest-first with mood &amp; preview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3 · SIGNATURE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 &amp; productivity insight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57276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5" name="Image 0" descr="C:\Users\chan\Mobile App Development\mindlog\docs\shot_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0574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2103120"/>
            <a:ext cx="7498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Moods and task-completion times share one database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the last 14 days automatically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of tasks completed per day, coloured by mood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summary, e.g. “you get more done on better-mood days”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raw logs into actionable self-knowledge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planner &amp;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57276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5" name="Image 0" descr="C:\Users\chan\Mobile App Development\mindlog\docs\shot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0574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18688" y="157276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7" name="Image 1" descr="C:\Users\chan\Mobile App Development\mindlog\docs\shot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2057400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21031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tasks, tick to complete, swipe to delete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done counts at a glance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entries by free text…</a:t>
            </a:r>
            <a:endParaRPr lang="en-US" sz="16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filter by a specific mood (e.g. “anxious”)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Persistent, encrypted storage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persists in a local SQLCipher (encrypted SQLite) database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tables: entries (title, body, date, mood, photo) and tasks (title, done, created_at, completed_at)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by date and mood for fast trend and search queries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app restarts; demonstrated live by adding and updating data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disk the file is ciphertext — it cannot be opened without the passcode-derived key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79408" y="1527048"/>
            <a:ext cx="2203704" cy="4718304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pic>
        <p:nvPicPr>
          <p:cNvPr id="6" name="Image 0" descr="C:\Users\chan\Mobile App Development\mindlog\docs\shot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0020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&amp; external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4C6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sensor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local_auth — fingerprint / face unlocks the app and releases the database key.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40280"/>
            <a:ext cx="868680" cy="868680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67712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&amp; gallery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image_picker — capture or choose a photo to attach to an entry.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C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40280"/>
            <a:ext cx="868680" cy="868680"/>
          </a:xfrm>
          <a:prstGeom prst="ellipse">
            <a:avLst/>
          </a:prstGeom>
          <a:solidFill>
            <a:srgbClr val="F4A93B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67712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Quotes REST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fetches a daily quote from ZenQuotes, with an offline fallback.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device sensors and one external API — used in service of real features.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F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see it running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863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passcode → unlock (incl. biometric)</a:t>
            </a:r>
            <a:endParaRPr lang="en-US" sz="18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Add sample data to populate test data</a:t>
            </a:r>
            <a:endParaRPr lang="en-US" sz="18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 entry with a mood and a photo</a:t>
            </a:r>
            <a:endParaRPr lang="en-US" sz="18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dashboard chart and insight update</a:t>
            </a:r>
            <a:endParaRPr lang="en-US" sz="18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complete a task, then search by mood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E7E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the daily reminder; lock &amp; re-unlock</a:t>
            </a:r>
            <a:endParaRPr lang="en-US" sz="1800" dirty="0"/>
          </a:p>
        </p:txBody>
      </p:sp>
      <p:pic>
        <p:nvPicPr>
          <p:cNvPr id="5" name="Image 0" descr="C:\Users\chan\Mobile App Development\mindlog\docs\shot_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737360"/>
            <a:ext cx="2103120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EAF6F2"/>
          </a:solidFill>
          <a:ln w="12700">
            <a:solidFill>
              <a:srgbClr val="CFE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default (encryption, PBKDF2, biometrics)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&amp; cohesion — 8 interconnected features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 of 2 sensors + an external API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consistent Material 3 UI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analytics computed in memory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84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&amp; widget tested; analyzer clean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30952" cy="4206240"/>
          </a:xfrm>
          <a:prstGeom prst="roundRect">
            <a:avLst>
              <a:gd name="adj" fmla="val 2174"/>
            </a:avLst>
          </a:prstGeom>
          <a:solidFill>
            <a:srgbClr val="FBEEEC"/>
          </a:solidFill>
          <a:ln w="12700">
            <a:solidFill>
              <a:srgbClr val="F3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Local-only: no cloud backup or sync yet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device / single user; numeric passcode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stores a key copy in the keystore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 + one photo; substring search only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relies on one third-party service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tested on Android (iOS unverified)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encrypted cloud backup &amp; multi-device sync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entries: multiple photos, formatting, voice notes, tags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and export-to-PDF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&amp; weather tagging (adds a second API/sensor)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Home-screen widget and quick-add shortcut</a:t>
            </a:r>
            <a:endParaRPr lang="en-US" sz="18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&amp; accessibility improvements</a:t>
            </a:r>
            <a:endParaRPr lang="en-US" sz="1800" dirty="0"/>
          </a:p>
        </p:txBody>
      </p:sp>
      <p:pic>
        <p:nvPicPr>
          <p:cNvPr id="5" name="Image 0" descr="C:\Users\chan\Mobile App Development\mindlog\docs\shot_di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600200"/>
            <a:ext cx="2103120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2FA39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840480" cy="3840480"/>
          </a:xfrm>
          <a:prstGeom prst="ellipse">
            <a:avLst/>
          </a:prstGeom>
          <a:solidFill>
            <a:srgbClr val="4C6FFF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MindLog · Chan Tai Yu · 6002CEM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F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github.com/ChanTaiYu/mindlog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MindLog – VIVA Presentation</dc:title>
  <dc:subject>PptxGenJS Presentation</dc:subject>
  <dc:creator>Chan Tai Yu</dc:creator>
  <cp:lastModifiedBy>Chan Tai Yu</cp:lastModifiedBy>
  <cp:revision>1</cp:revision>
  <dcterms:created xsi:type="dcterms:W3CDTF">2026-06-21T15:31:16Z</dcterms:created>
  <dcterms:modified xsi:type="dcterms:W3CDTF">2026-06-21T15:31:16Z</dcterms:modified>
</cp:coreProperties>
</file>